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9169EC-E1A5-4351-AFEE-DC3DE63B4FFB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159E4A-EE71-44DC-A931-40195056B482}">
      <dgm:prSet phldrT="[Text]"/>
      <dgm:spPr/>
      <dgm:t>
        <a:bodyPr/>
        <a:lstStyle/>
        <a:p>
          <a:r>
            <a:rPr lang="tr-TR" dirty="0"/>
            <a:t>Vision Model</a:t>
          </a:r>
          <a:endParaRPr lang="en-US" dirty="0"/>
        </a:p>
      </dgm:t>
    </dgm:pt>
    <dgm:pt modelId="{BF6941E6-A68B-4EB2-AA6C-00B5F3F9EF52}" type="parTrans" cxnId="{F10EB500-48B8-45F1-A53C-69909C180E7C}">
      <dgm:prSet/>
      <dgm:spPr/>
      <dgm:t>
        <a:bodyPr/>
        <a:lstStyle/>
        <a:p>
          <a:endParaRPr lang="en-US"/>
        </a:p>
      </dgm:t>
    </dgm:pt>
    <dgm:pt modelId="{F05AEB86-7499-4E0C-8802-FB45889802EB}" type="sibTrans" cxnId="{F10EB500-48B8-45F1-A53C-69909C180E7C}">
      <dgm:prSet/>
      <dgm:spPr/>
      <dgm:t>
        <a:bodyPr/>
        <a:lstStyle/>
        <a:p>
          <a:endParaRPr lang="en-US"/>
        </a:p>
      </dgm:t>
    </dgm:pt>
    <dgm:pt modelId="{483765E5-570D-4BEE-8357-3AC63588CBAD}">
      <dgm:prSet phldrT="[Text]"/>
      <dgm:spPr/>
      <dgm:t>
        <a:bodyPr/>
        <a:lstStyle/>
        <a:p>
          <a:r>
            <a:rPr lang="tr-TR" dirty="0"/>
            <a:t>Brain Model</a:t>
          </a:r>
          <a:endParaRPr lang="en-US" dirty="0"/>
        </a:p>
      </dgm:t>
    </dgm:pt>
    <dgm:pt modelId="{B174D8E9-D022-4D91-B43C-4B5BB49E2437}" type="parTrans" cxnId="{09F46BA6-069C-4462-BA3B-B0F66F56945B}">
      <dgm:prSet/>
      <dgm:spPr/>
      <dgm:t>
        <a:bodyPr/>
        <a:lstStyle/>
        <a:p>
          <a:endParaRPr lang="en-US"/>
        </a:p>
      </dgm:t>
    </dgm:pt>
    <dgm:pt modelId="{7871932D-0F84-49DD-A6FD-1A57EA4AB5F1}" type="sibTrans" cxnId="{09F46BA6-069C-4462-BA3B-B0F66F56945B}">
      <dgm:prSet/>
      <dgm:spPr/>
      <dgm:t>
        <a:bodyPr/>
        <a:lstStyle/>
        <a:p>
          <a:endParaRPr lang="en-US"/>
        </a:p>
      </dgm:t>
    </dgm:pt>
    <dgm:pt modelId="{28B8B959-58DB-43AF-BFC5-9C23B0906914}">
      <dgm:prSet phldrT="[Text]"/>
      <dgm:spPr/>
      <dgm:t>
        <a:bodyPr/>
        <a:lstStyle/>
        <a:p>
          <a:r>
            <a:rPr lang="tr-TR" dirty="0"/>
            <a:t>Tools</a:t>
          </a:r>
          <a:endParaRPr lang="en-US" dirty="0"/>
        </a:p>
      </dgm:t>
    </dgm:pt>
    <dgm:pt modelId="{CDA82071-0EBA-4ED3-92C7-E914EB328668}" type="parTrans" cxnId="{5846F9DF-D4FA-4BE1-A739-589FE9151E64}">
      <dgm:prSet/>
      <dgm:spPr/>
      <dgm:t>
        <a:bodyPr/>
        <a:lstStyle/>
        <a:p>
          <a:endParaRPr lang="en-US"/>
        </a:p>
      </dgm:t>
    </dgm:pt>
    <dgm:pt modelId="{F66A7F14-A457-4880-A6D0-65FBFC5C63C0}" type="sibTrans" cxnId="{5846F9DF-D4FA-4BE1-A739-589FE9151E64}">
      <dgm:prSet/>
      <dgm:spPr/>
      <dgm:t>
        <a:bodyPr/>
        <a:lstStyle/>
        <a:p>
          <a:endParaRPr lang="en-US"/>
        </a:p>
      </dgm:t>
    </dgm:pt>
    <dgm:pt modelId="{152515AA-613C-4E8F-BDCF-BC0A88F43637}" type="pres">
      <dgm:prSet presAssocID="{1C9169EC-E1A5-4351-AFEE-DC3DE63B4FFB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47C16C79-1D3F-46A2-93DE-4601402C94AE}" type="pres">
      <dgm:prSet presAssocID="{6E159E4A-EE71-44DC-A931-40195056B482}" presName="Accent1" presStyleCnt="0"/>
      <dgm:spPr/>
    </dgm:pt>
    <dgm:pt modelId="{102E769D-4429-4338-B82A-E3C236758DC1}" type="pres">
      <dgm:prSet presAssocID="{6E159E4A-EE71-44DC-A931-40195056B482}" presName="Accent" presStyleLbl="node1" presStyleIdx="0" presStyleCnt="3"/>
      <dgm:spPr/>
    </dgm:pt>
    <dgm:pt modelId="{8057A942-212D-4126-96EF-3107DC7E60A9}" type="pres">
      <dgm:prSet presAssocID="{6E159E4A-EE71-44DC-A931-40195056B482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7EB7423C-1A7F-4878-96DF-617665CE5D9C}" type="pres">
      <dgm:prSet presAssocID="{483765E5-570D-4BEE-8357-3AC63588CBAD}" presName="Accent2" presStyleCnt="0"/>
      <dgm:spPr/>
    </dgm:pt>
    <dgm:pt modelId="{92F798B0-1375-4CD2-A4AC-8502E13E776E}" type="pres">
      <dgm:prSet presAssocID="{483765E5-570D-4BEE-8357-3AC63588CBAD}" presName="Accent" presStyleLbl="node1" presStyleIdx="1" presStyleCnt="3"/>
      <dgm:spPr/>
    </dgm:pt>
    <dgm:pt modelId="{8DE84A3B-C485-413B-A734-D9DAB27D5AD6}" type="pres">
      <dgm:prSet presAssocID="{483765E5-570D-4BEE-8357-3AC63588CBAD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27ABF5B4-24C5-4D29-A6EE-0BF1461CF58C}" type="pres">
      <dgm:prSet presAssocID="{28B8B959-58DB-43AF-BFC5-9C23B0906914}" presName="Accent3" presStyleCnt="0"/>
      <dgm:spPr/>
    </dgm:pt>
    <dgm:pt modelId="{5FD70C38-8999-4BB7-BD19-520956EC6A56}" type="pres">
      <dgm:prSet presAssocID="{28B8B959-58DB-43AF-BFC5-9C23B0906914}" presName="Accent" presStyleLbl="node1" presStyleIdx="2" presStyleCnt="3"/>
      <dgm:spPr/>
    </dgm:pt>
    <dgm:pt modelId="{8256B2ED-4B6F-48EE-9BD8-6D1E0EFCEC76}" type="pres">
      <dgm:prSet presAssocID="{28B8B959-58DB-43AF-BFC5-9C23B0906914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F10EB500-48B8-45F1-A53C-69909C180E7C}" srcId="{1C9169EC-E1A5-4351-AFEE-DC3DE63B4FFB}" destId="{6E159E4A-EE71-44DC-A931-40195056B482}" srcOrd="0" destOrd="0" parTransId="{BF6941E6-A68B-4EB2-AA6C-00B5F3F9EF52}" sibTransId="{F05AEB86-7499-4E0C-8802-FB45889802EB}"/>
    <dgm:cxn modelId="{5E7F0278-484E-4FE8-A8EA-2F630BECEAD9}" type="presOf" srcId="{6E159E4A-EE71-44DC-A931-40195056B482}" destId="{8057A942-212D-4126-96EF-3107DC7E60A9}" srcOrd="0" destOrd="0" presId="urn:microsoft.com/office/officeart/2009/layout/CircleArrowProcess"/>
    <dgm:cxn modelId="{14518AA3-6FBE-4470-A72F-4D68B797D78A}" type="presOf" srcId="{1C9169EC-E1A5-4351-AFEE-DC3DE63B4FFB}" destId="{152515AA-613C-4E8F-BDCF-BC0A88F43637}" srcOrd="0" destOrd="0" presId="urn:microsoft.com/office/officeart/2009/layout/CircleArrowProcess"/>
    <dgm:cxn modelId="{09F46BA6-069C-4462-BA3B-B0F66F56945B}" srcId="{1C9169EC-E1A5-4351-AFEE-DC3DE63B4FFB}" destId="{483765E5-570D-4BEE-8357-3AC63588CBAD}" srcOrd="1" destOrd="0" parTransId="{B174D8E9-D022-4D91-B43C-4B5BB49E2437}" sibTransId="{7871932D-0F84-49DD-A6FD-1A57EA4AB5F1}"/>
    <dgm:cxn modelId="{09D810C4-2746-4D8E-8978-2EEA3CC816EB}" type="presOf" srcId="{28B8B959-58DB-43AF-BFC5-9C23B0906914}" destId="{8256B2ED-4B6F-48EE-9BD8-6D1E0EFCEC76}" srcOrd="0" destOrd="0" presId="urn:microsoft.com/office/officeart/2009/layout/CircleArrowProcess"/>
    <dgm:cxn modelId="{5683DFD7-8DCF-4FB0-A010-86D7087C3B2E}" type="presOf" srcId="{483765E5-570D-4BEE-8357-3AC63588CBAD}" destId="{8DE84A3B-C485-413B-A734-D9DAB27D5AD6}" srcOrd="0" destOrd="0" presId="urn:microsoft.com/office/officeart/2009/layout/CircleArrowProcess"/>
    <dgm:cxn modelId="{5846F9DF-D4FA-4BE1-A739-589FE9151E64}" srcId="{1C9169EC-E1A5-4351-AFEE-DC3DE63B4FFB}" destId="{28B8B959-58DB-43AF-BFC5-9C23B0906914}" srcOrd="2" destOrd="0" parTransId="{CDA82071-0EBA-4ED3-92C7-E914EB328668}" sibTransId="{F66A7F14-A457-4880-A6D0-65FBFC5C63C0}"/>
    <dgm:cxn modelId="{9BB88B2D-DB1C-4AC4-A51D-FF5E2B2D7CA1}" type="presParOf" srcId="{152515AA-613C-4E8F-BDCF-BC0A88F43637}" destId="{47C16C79-1D3F-46A2-93DE-4601402C94AE}" srcOrd="0" destOrd="0" presId="urn:microsoft.com/office/officeart/2009/layout/CircleArrowProcess"/>
    <dgm:cxn modelId="{D084C980-CA2E-4EC5-AF1D-B5FEAD41CC15}" type="presParOf" srcId="{47C16C79-1D3F-46A2-93DE-4601402C94AE}" destId="{102E769D-4429-4338-B82A-E3C236758DC1}" srcOrd="0" destOrd="0" presId="urn:microsoft.com/office/officeart/2009/layout/CircleArrowProcess"/>
    <dgm:cxn modelId="{D37EBD7D-2D2C-456C-84B5-AE0326DFAB79}" type="presParOf" srcId="{152515AA-613C-4E8F-BDCF-BC0A88F43637}" destId="{8057A942-212D-4126-96EF-3107DC7E60A9}" srcOrd="1" destOrd="0" presId="urn:microsoft.com/office/officeart/2009/layout/CircleArrowProcess"/>
    <dgm:cxn modelId="{4440F426-BEF5-44D4-8746-88BA2B14A0A8}" type="presParOf" srcId="{152515AA-613C-4E8F-BDCF-BC0A88F43637}" destId="{7EB7423C-1A7F-4878-96DF-617665CE5D9C}" srcOrd="2" destOrd="0" presId="urn:microsoft.com/office/officeart/2009/layout/CircleArrowProcess"/>
    <dgm:cxn modelId="{B2D29EE9-769B-4620-A53B-F21D818C2E3C}" type="presParOf" srcId="{7EB7423C-1A7F-4878-96DF-617665CE5D9C}" destId="{92F798B0-1375-4CD2-A4AC-8502E13E776E}" srcOrd="0" destOrd="0" presId="urn:microsoft.com/office/officeart/2009/layout/CircleArrowProcess"/>
    <dgm:cxn modelId="{67963F70-EE92-468A-867E-54766655BEC5}" type="presParOf" srcId="{152515AA-613C-4E8F-BDCF-BC0A88F43637}" destId="{8DE84A3B-C485-413B-A734-D9DAB27D5AD6}" srcOrd="3" destOrd="0" presId="urn:microsoft.com/office/officeart/2009/layout/CircleArrowProcess"/>
    <dgm:cxn modelId="{6CBBC593-1C50-4E0F-A257-683B1CED2446}" type="presParOf" srcId="{152515AA-613C-4E8F-BDCF-BC0A88F43637}" destId="{27ABF5B4-24C5-4D29-A6EE-0BF1461CF58C}" srcOrd="4" destOrd="0" presId="urn:microsoft.com/office/officeart/2009/layout/CircleArrowProcess"/>
    <dgm:cxn modelId="{A2BC25A4-3C81-4821-A380-9635FEB13CD8}" type="presParOf" srcId="{27ABF5B4-24C5-4D29-A6EE-0BF1461CF58C}" destId="{5FD70C38-8999-4BB7-BD19-520956EC6A56}" srcOrd="0" destOrd="0" presId="urn:microsoft.com/office/officeart/2009/layout/CircleArrowProcess"/>
    <dgm:cxn modelId="{2260890D-0A55-448B-9C0E-275737BC12E1}" type="presParOf" srcId="{152515AA-613C-4E8F-BDCF-BC0A88F43637}" destId="{8256B2ED-4B6F-48EE-9BD8-6D1E0EFCEC76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9169EC-E1A5-4351-AFEE-DC3DE63B4FFB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159E4A-EE71-44DC-A931-40195056B482}">
      <dgm:prSet phldrT="[Text]"/>
      <dgm:spPr/>
      <dgm:t>
        <a:bodyPr/>
        <a:lstStyle/>
        <a:p>
          <a:r>
            <a:rPr lang="tr-TR" dirty="0"/>
            <a:t>Giriş</a:t>
          </a:r>
          <a:endParaRPr lang="en-US" dirty="0"/>
        </a:p>
      </dgm:t>
    </dgm:pt>
    <dgm:pt modelId="{BF6941E6-A68B-4EB2-AA6C-00B5F3F9EF52}" type="parTrans" cxnId="{F10EB500-48B8-45F1-A53C-69909C180E7C}">
      <dgm:prSet/>
      <dgm:spPr/>
      <dgm:t>
        <a:bodyPr/>
        <a:lstStyle/>
        <a:p>
          <a:endParaRPr lang="en-US"/>
        </a:p>
      </dgm:t>
    </dgm:pt>
    <dgm:pt modelId="{F05AEB86-7499-4E0C-8802-FB45889802EB}" type="sibTrans" cxnId="{F10EB500-48B8-45F1-A53C-69909C180E7C}">
      <dgm:prSet/>
      <dgm:spPr/>
      <dgm:t>
        <a:bodyPr/>
        <a:lstStyle/>
        <a:p>
          <a:endParaRPr lang="en-US"/>
        </a:p>
      </dgm:t>
    </dgm:pt>
    <dgm:pt modelId="{483765E5-570D-4BEE-8357-3AC63588CBAD}">
      <dgm:prSet phldrT="[Text]"/>
      <dgm:spPr/>
      <dgm:t>
        <a:bodyPr/>
        <a:lstStyle/>
        <a:p>
          <a:r>
            <a:rPr lang="tr-TR" dirty="0"/>
            <a:t>Gelişme</a:t>
          </a:r>
          <a:endParaRPr lang="en-US" dirty="0"/>
        </a:p>
      </dgm:t>
    </dgm:pt>
    <dgm:pt modelId="{B174D8E9-D022-4D91-B43C-4B5BB49E2437}" type="parTrans" cxnId="{09F46BA6-069C-4462-BA3B-B0F66F56945B}">
      <dgm:prSet/>
      <dgm:spPr/>
      <dgm:t>
        <a:bodyPr/>
        <a:lstStyle/>
        <a:p>
          <a:endParaRPr lang="en-US"/>
        </a:p>
      </dgm:t>
    </dgm:pt>
    <dgm:pt modelId="{7871932D-0F84-49DD-A6FD-1A57EA4AB5F1}" type="sibTrans" cxnId="{09F46BA6-069C-4462-BA3B-B0F66F56945B}">
      <dgm:prSet/>
      <dgm:spPr/>
      <dgm:t>
        <a:bodyPr/>
        <a:lstStyle/>
        <a:p>
          <a:endParaRPr lang="en-US"/>
        </a:p>
      </dgm:t>
    </dgm:pt>
    <dgm:pt modelId="{28B8B959-58DB-43AF-BFC5-9C23B0906914}">
      <dgm:prSet phldrT="[Text]"/>
      <dgm:spPr/>
      <dgm:t>
        <a:bodyPr/>
        <a:lstStyle/>
        <a:p>
          <a:r>
            <a:rPr lang="tr-TR" dirty="0"/>
            <a:t>Sonuç</a:t>
          </a:r>
          <a:endParaRPr lang="en-US" dirty="0"/>
        </a:p>
      </dgm:t>
    </dgm:pt>
    <dgm:pt modelId="{CDA82071-0EBA-4ED3-92C7-E914EB328668}" type="parTrans" cxnId="{5846F9DF-D4FA-4BE1-A739-589FE9151E64}">
      <dgm:prSet/>
      <dgm:spPr/>
      <dgm:t>
        <a:bodyPr/>
        <a:lstStyle/>
        <a:p>
          <a:endParaRPr lang="en-US"/>
        </a:p>
      </dgm:t>
    </dgm:pt>
    <dgm:pt modelId="{F66A7F14-A457-4880-A6D0-65FBFC5C63C0}" type="sibTrans" cxnId="{5846F9DF-D4FA-4BE1-A739-589FE9151E64}">
      <dgm:prSet/>
      <dgm:spPr/>
      <dgm:t>
        <a:bodyPr/>
        <a:lstStyle/>
        <a:p>
          <a:endParaRPr lang="en-US"/>
        </a:p>
      </dgm:t>
    </dgm:pt>
    <dgm:pt modelId="{152515AA-613C-4E8F-BDCF-BC0A88F43637}" type="pres">
      <dgm:prSet presAssocID="{1C9169EC-E1A5-4351-AFEE-DC3DE63B4FFB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47C16C79-1D3F-46A2-93DE-4601402C94AE}" type="pres">
      <dgm:prSet presAssocID="{6E159E4A-EE71-44DC-A931-40195056B482}" presName="Accent1" presStyleCnt="0"/>
      <dgm:spPr/>
    </dgm:pt>
    <dgm:pt modelId="{102E769D-4429-4338-B82A-E3C236758DC1}" type="pres">
      <dgm:prSet presAssocID="{6E159E4A-EE71-44DC-A931-40195056B482}" presName="Accent" presStyleLbl="node1" presStyleIdx="0" presStyleCnt="3"/>
      <dgm:spPr/>
    </dgm:pt>
    <dgm:pt modelId="{8057A942-212D-4126-96EF-3107DC7E60A9}" type="pres">
      <dgm:prSet presAssocID="{6E159E4A-EE71-44DC-A931-40195056B482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7EB7423C-1A7F-4878-96DF-617665CE5D9C}" type="pres">
      <dgm:prSet presAssocID="{483765E5-570D-4BEE-8357-3AC63588CBAD}" presName="Accent2" presStyleCnt="0"/>
      <dgm:spPr/>
    </dgm:pt>
    <dgm:pt modelId="{92F798B0-1375-4CD2-A4AC-8502E13E776E}" type="pres">
      <dgm:prSet presAssocID="{483765E5-570D-4BEE-8357-3AC63588CBAD}" presName="Accent" presStyleLbl="node1" presStyleIdx="1" presStyleCnt="3"/>
      <dgm:spPr/>
    </dgm:pt>
    <dgm:pt modelId="{8DE84A3B-C485-413B-A734-D9DAB27D5AD6}" type="pres">
      <dgm:prSet presAssocID="{483765E5-570D-4BEE-8357-3AC63588CBAD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27ABF5B4-24C5-4D29-A6EE-0BF1461CF58C}" type="pres">
      <dgm:prSet presAssocID="{28B8B959-58DB-43AF-BFC5-9C23B0906914}" presName="Accent3" presStyleCnt="0"/>
      <dgm:spPr/>
    </dgm:pt>
    <dgm:pt modelId="{5FD70C38-8999-4BB7-BD19-520956EC6A56}" type="pres">
      <dgm:prSet presAssocID="{28B8B959-58DB-43AF-BFC5-9C23B0906914}" presName="Accent" presStyleLbl="node1" presStyleIdx="2" presStyleCnt="3"/>
      <dgm:spPr/>
    </dgm:pt>
    <dgm:pt modelId="{8256B2ED-4B6F-48EE-9BD8-6D1E0EFCEC76}" type="pres">
      <dgm:prSet presAssocID="{28B8B959-58DB-43AF-BFC5-9C23B0906914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F10EB500-48B8-45F1-A53C-69909C180E7C}" srcId="{1C9169EC-E1A5-4351-AFEE-DC3DE63B4FFB}" destId="{6E159E4A-EE71-44DC-A931-40195056B482}" srcOrd="0" destOrd="0" parTransId="{BF6941E6-A68B-4EB2-AA6C-00B5F3F9EF52}" sibTransId="{F05AEB86-7499-4E0C-8802-FB45889802EB}"/>
    <dgm:cxn modelId="{5E7F0278-484E-4FE8-A8EA-2F630BECEAD9}" type="presOf" srcId="{6E159E4A-EE71-44DC-A931-40195056B482}" destId="{8057A942-212D-4126-96EF-3107DC7E60A9}" srcOrd="0" destOrd="0" presId="urn:microsoft.com/office/officeart/2009/layout/CircleArrowProcess"/>
    <dgm:cxn modelId="{14518AA3-6FBE-4470-A72F-4D68B797D78A}" type="presOf" srcId="{1C9169EC-E1A5-4351-AFEE-DC3DE63B4FFB}" destId="{152515AA-613C-4E8F-BDCF-BC0A88F43637}" srcOrd="0" destOrd="0" presId="urn:microsoft.com/office/officeart/2009/layout/CircleArrowProcess"/>
    <dgm:cxn modelId="{09F46BA6-069C-4462-BA3B-B0F66F56945B}" srcId="{1C9169EC-E1A5-4351-AFEE-DC3DE63B4FFB}" destId="{483765E5-570D-4BEE-8357-3AC63588CBAD}" srcOrd="1" destOrd="0" parTransId="{B174D8E9-D022-4D91-B43C-4B5BB49E2437}" sibTransId="{7871932D-0F84-49DD-A6FD-1A57EA4AB5F1}"/>
    <dgm:cxn modelId="{09D810C4-2746-4D8E-8978-2EEA3CC816EB}" type="presOf" srcId="{28B8B959-58DB-43AF-BFC5-9C23B0906914}" destId="{8256B2ED-4B6F-48EE-9BD8-6D1E0EFCEC76}" srcOrd="0" destOrd="0" presId="urn:microsoft.com/office/officeart/2009/layout/CircleArrowProcess"/>
    <dgm:cxn modelId="{5683DFD7-8DCF-4FB0-A010-86D7087C3B2E}" type="presOf" srcId="{483765E5-570D-4BEE-8357-3AC63588CBAD}" destId="{8DE84A3B-C485-413B-A734-D9DAB27D5AD6}" srcOrd="0" destOrd="0" presId="urn:microsoft.com/office/officeart/2009/layout/CircleArrowProcess"/>
    <dgm:cxn modelId="{5846F9DF-D4FA-4BE1-A739-589FE9151E64}" srcId="{1C9169EC-E1A5-4351-AFEE-DC3DE63B4FFB}" destId="{28B8B959-58DB-43AF-BFC5-9C23B0906914}" srcOrd="2" destOrd="0" parTransId="{CDA82071-0EBA-4ED3-92C7-E914EB328668}" sibTransId="{F66A7F14-A457-4880-A6D0-65FBFC5C63C0}"/>
    <dgm:cxn modelId="{9BB88B2D-DB1C-4AC4-A51D-FF5E2B2D7CA1}" type="presParOf" srcId="{152515AA-613C-4E8F-BDCF-BC0A88F43637}" destId="{47C16C79-1D3F-46A2-93DE-4601402C94AE}" srcOrd="0" destOrd="0" presId="urn:microsoft.com/office/officeart/2009/layout/CircleArrowProcess"/>
    <dgm:cxn modelId="{D084C980-CA2E-4EC5-AF1D-B5FEAD41CC15}" type="presParOf" srcId="{47C16C79-1D3F-46A2-93DE-4601402C94AE}" destId="{102E769D-4429-4338-B82A-E3C236758DC1}" srcOrd="0" destOrd="0" presId="urn:microsoft.com/office/officeart/2009/layout/CircleArrowProcess"/>
    <dgm:cxn modelId="{D37EBD7D-2D2C-456C-84B5-AE0326DFAB79}" type="presParOf" srcId="{152515AA-613C-4E8F-BDCF-BC0A88F43637}" destId="{8057A942-212D-4126-96EF-3107DC7E60A9}" srcOrd="1" destOrd="0" presId="urn:microsoft.com/office/officeart/2009/layout/CircleArrowProcess"/>
    <dgm:cxn modelId="{4440F426-BEF5-44D4-8746-88BA2B14A0A8}" type="presParOf" srcId="{152515AA-613C-4E8F-BDCF-BC0A88F43637}" destId="{7EB7423C-1A7F-4878-96DF-617665CE5D9C}" srcOrd="2" destOrd="0" presId="urn:microsoft.com/office/officeart/2009/layout/CircleArrowProcess"/>
    <dgm:cxn modelId="{B2D29EE9-769B-4620-A53B-F21D818C2E3C}" type="presParOf" srcId="{7EB7423C-1A7F-4878-96DF-617665CE5D9C}" destId="{92F798B0-1375-4CD2-A4AC-8502E13E776E}" srcOrd="0" destOrd="0" presId="urn:microsoft.com/office/officeart/2009/layout/CircleArrowProcess"/>
    <dgm:cxn modelId="{67963F70-EE92-468A-867E-54766655BEC5}" type="presParOf" srcId="{152515AA-613C-4E8F-BDCF-BC0A88F43637}" destId="{8DE84A3B-C485-413B-A734-D9DAB27D5AD6}" srcOrd="3" destOrd="0" presId="urn:microsoft.com/office/officeart/2009/layout/CircleArrowProcess"/>
    <dgm:cxn modelId="{6CBBC593-1C50-4E0F-A257-683B1CED2446}" type="presParOf" srcId="{152515AA-613C-4E8F-BDCF-BC0A88F43637}" destId="{27ABF5B4-24C5-4D29-A6EE-0BF1461CF58C}" srcOrd="4" destOrd="0" presId="urn:microsoft.com/office/officeart/2009/layout/CircleArrowProcess"/>
    <dgm:cxn modelId="{A2BC25A4-3C81-4821-A380-9635FEB13CD8}" type="presParOf" srcId="{27ABF5B4-24C5-4D29-A6EE-0BF1461CF58C}" destId="{5FD70C38-8999-4BB7-BD19-520956EC6A56}" srcOrd="0" destOrd="0" presId="urn:microsoft.com/office/officeart/2009/layout/CircleArrowProcess"/>
    <dgm:cxn modelId="{2260890D-0A55-448B-9C0E-275737BC12E1}" type="presParOf" srcId="{152515AA-613C-4E8F-BDCF-BC0A88F43637}" destId="{8256B2ED-4B6F-48EE-9BD8-6D1E0EFCEC76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E769D-4429-4338-B82A-E3C236758DC1}">
      <dsp:nvSpPr>
        <dsp:cNvPr id="0" name=""/>
        <dsp:cNvSpPr/>
      </dsp:nvSpPr>
      <dsp:spPr>
        <a:xfrm>
          <a:off x="3122127" y="0"/>
          <a:ext cx="2608149" cy="260854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7A942-212D-4126-96EF-3107DC7E60A9}">
      <dsp:nvSpPr>
        <dsp:cNvPr id="0" name=""/>
        <dsp:cNvSpPr/>
      </dsp:nvSpPr>
      <dsp:spPr>
        <a:xfrm>
          <a:off x="3698614" y="941764"/>
          <a:ext cx="1449298" cy="72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 dirty="0"/>
            <a:t>Vision Model</a:t>
          </a:r>
          <a:endParaRPr lang="en-US" sz="2400" kern="1200" dirty="0"/>
        </a:p>
      </dsp:txBody>
      <dsp:txXfrm>
        <a:off x="3698614" y="941764"/>
        <a:ext cx="1449298" cy="724475"/>
      </dsp:txXfrm>
    </dsp:sp>
    <dsp:sp modelId="{92F798B0-1375-4CD2-A4AC-8502E13E776E}">
      <dsp:nvSpPr>
        <dsp:cNvPr id="0" name=""/>
        <dsp:cNvSpPr/>
      </dsp:nvSpPr>
      <dsp:spPr>
        <a:xfrm>
          <a:off x="2397723" y="1498803"/>
          <a:ext cx="2608149" cy="2608546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E84A3B-C485-413B-A734-D9DAB27D5AD6}">
      <dsp:nvSpPr>
        <dsp:cNvPr id="0" name=""/>
        <dsp:cNvSpPr/>
      </dsp:nvSpPr>
      <dsp:spPr>
        <a:xfrm>
          <a:off x="2977148" y="2449237"/>
          <a:ext cx="1449298" cy="72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 dirty="0"/>
            <a:t>Brain Model</a:t>
          </a:r>
          <a:endParaRPr lang="en-US" sz="2400" kern="1200" dirty="0"/>
        </a:p>
      </dsp:txBody>
      <dsp:txXfrm>
        <a:off x="2977148" y="2449237"/>
        <a:ext cx="1449298" cy="724475"/>
      </dsp:txXfrm>
    </dsp:sp>
    <dsp:sp modelId="{5FD70C38-8999-4BB7-BD19-520956EC6A56}">
      <dsp:nvSpPr>
        <dsp:cNvPr id="0" name=""/>
        <dsp:cNvSpPr/>
      </dsp:nvSpPr>
      <dsp:spPr>
        <a:xfrm>
          <a:off x="3307759" y="3176964"/>
          <a:ext cx="2240804" cy="224170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6B2ED-4B6F-48EE-9BD8-6D1E0EFCEC76}">
      <dsp:nvSpPr>
        <dsp:cNvPr id="0" name=""/>
        <dsp:cNvSpPr/>
      </dsp:nvSpPr>
      <dsp:spPr>
        <a:xfrm>
          <a:off x="3702042" y="3958878"/>
          <a:ext cx="1449298" cy="72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 dirty="0"/>
            <a:t>Tools</a:t>
          </a:r>
          <a:endParaRPr lang="en-US" sz="2400" kern="1200" dirty="0"/>
        </a:p>
      </dsp:txBody>
      <dsp:txXfrm>
        <a:off x="3702042" y="3958878"/>
        <a:ext cx="1449298" cy="7244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E769D-4429-4338-B82A-E3C236758DC1}">
      <dsp:nvSpPr>
        <dsp:cNvPr id="0" name=""/>
        <dsp:cNvSpPr/>
      </dsp:nvSpPr>
      <dsp:spPr>
        <a:xfrm>
          <a:off x="3122127" y="0"/>
          <a:ext cx="2608149" cy="260854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7A942-212D-4126-96EF-3107DC7E60A9}">
      <dsp:nvSpPr>
        <dsp:cNvPr id="0" name=""/>
        <dsp:cNvSpPr/>
      </dsp:nvSpPr>
      <dsp:spPr>
        <a:xfrm>
          <a:off x="3698614" y="941764"/>
          <a:ext cx="1449298" cy="72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 dirty="0"/>
            <a:t>Giriş</a:t>
          </a:r>
          <a:endParaRPr lang="en-US" sz="3300" kern="1200" dirty="0"/>
        </a:p>
      </dsp:txBody>
      <dsp:txXfrm>
        <a:off x="3698614" y="941764"/>
        <a:ext cx="1449298" cy="724475"/>
      </dsp:txXfrm>
    </dsp:sp>
    <dsp:sp modelId="{92F798B0-1375-4CD2-A4AC-8502E13E776E}">
      <dsp:nvSpPr>
        <dsp:cNvPr id="0" name=""/>
        <dsp:cNvSpPr/>
      </dsp:nvSpPr>
      <dsp:spPr>
        <a:xfrm>
          <a:off x="2397723" y="1498803"/>
          <a:ext cx="2608149" cy="2608546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E84A3B-C485-413B-A734-D9DAB27D5AD6}">
      <dsp:nvSpPr>
        <dsp:cNvPr id="0" name=""/>
        <dsp:cNvSpPr/>
      </dsp:nvSpPr>
      <dsp:spPr>
        <a:xfrm>
          <a:off x="2977148" y="2449237"/>
          <a:ext cx="1449298" cy="72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 dirty="0"/>
            <a:t>Gelişme</a:t>
          </a:r>
          <a:endParaRPr lang="en-US" sz="3300" kern="1200" dirty="0"/>
        </a:p>
      </dsp:txBody>
      <dsp:txXfrm>
        <a:off x="2977148" y="2449237"/>
        <a:ext cx="1449298" cy="724475"/>
      </dsp:txXfrm>
    </dsp:sp>
    <dsp:sp modelId="{5FD70C38-8999-4BB7-BD19-520956EC6A56}">
      <dsp:nvSpPr>
        <dsp:cNvPr id="0" name=""/>
        <dsp:cNvSpPr/>
      </dsp:nvSpPr>
      <dsp:spPr>
        <a:xfrm>
          <a:off x="3307759" y="3176964"/>
          <a:ext cx="2240804" cy="224170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6B2ED-4B6F-48EE-9BD8-6D1E0EFCEC76}">
      <dsp:nvSpPr>
        <dsp:cNvPr id="0" name=""/>
        <dsp:cNvSpPr/>
      </dsp:nvSpPr>
      <dsp:spPr>
        <a:xfrm>
          <a:off x="3702042" y="3958878"/>
          <a:ext cx="1449298" cy="72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 dirty="0"/>
            <a:t>Sonuç</a:t>
          </a:r>
          <a:endParaRPr lang="en-US" sz="3300" kern="1200" dirty="0"/>
        </a:p>
      </dsp:txBody>
      <dsp:txXfrm>
        <a:off x="3702042" y="3958878"/>
        <a:ext cx="1449298" cy="724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11012F-588A-AB45-7B2C-7C4820C1E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98E56EC-EC2E-8395-9B00-1AD4965CE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9A0D284-5842-1745-551F-BBB1BFBD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45F63DA-1805-15F0-9AA9-DD164679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7FD6659-5EEC-2A83-9450-42850DE2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084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CE0787-B3BA-8886-354D-CA1F6294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8E6002-310F-ED72-0FC8-2A3F28786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27D7783-5AD4-0F7C-5328-D925EF26D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392C868-6231-FBCD-E594-8C9964EB3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0E746AF-9832-14E0-5A3C-025BB580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6770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3C3D27-5577-9DAE-7B5C-C81FE2EC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3ECE884-6E23-2AA8-D74D-897CF9427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827A6F3-A37F-9F64-D1BB-EF20507E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FD2CAA0-08F3-EF43-AE68-BEE54CB4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B4A91AB-4D4A-712D-8093-0196814D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9970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67038F2-A65E-8E4C-1ACD-EA15E9D23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65D0C6-9B66-A804-F105-EDE4FFD17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C915786-D1FA-77FC-7D51-BDC51401E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BBCA21C-7016-001F-8FD5-DC460FC0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CC32A3B-C786-67DA-0D73-C1C866F4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842E7FB-6790-42CA-4A15-7D3A43D7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14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478543-B5EE-E463-7927-444E283C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462D16A-39E3-8381-F854-2F6766A14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801D61B-45E8-DAB8-25C1-EC866ED36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6065D9A-99B1-E6CE-D8C3-8F860328B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592EFEF-819C-2702-99AB-348838D30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A6DD22B-458D-C83F-CB0B-831A151F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46BE9062-9429-FD7D-87F4-B858A2FEF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307BEBF-CA26-D1BD-5E9E-8DA22CA6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5594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8F97A8-83E4-EDF8-6711-1DE2B265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0F69C7B-05D6-8F51-E681-E4799976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6EC5CA5-2113-9437-4B4D-4F87CA82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7B401D2-6505-78D7-C4C3-E3C06EC7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801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9298690-9712-E924-F9E1-58917077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35A6323-F513-B010-EB0B-9A76BBC5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69B4398-7AE6-3B15-70FB-AE7D1222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748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EDF656-027F-FBA4-3973-7BAC4963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AC8373-348C-F06B-66EA-AB47F5039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66CD17A-62FB-0C3D-ED32-14DD094A5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594C58E-4779-9C96-7FAE-02B722B7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61C4C51-1FE4-37C8-D8E0-6800268F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173B32F-9712-5484-1B9C-EBB5605CC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16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2D6D3B-B045-39DD-ED7A-3FFC0C645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FAF6D23-C232-2CFA-0776-52EC0D5B5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AD33D88-F896-6549-E3E2-179A9C428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85A92BB-A039-AE90-8670-782D356D8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0DE3581-7033-ACD5-2549-62C638D1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3D20E02-2648-D6A4-8EBB-FF30BEC3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47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58D703B-C55D-6BFF-332C-29BA54F8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541DCBE-FE2E-B7B8-7D91-0DB004D55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D4EBFAF-FC34-7418-EDC0-8E4D0B8E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D3DBC7F-6AB7-A9C6-92F0-85C138F0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EB83061-9ACD-95F1-3C54-613542C3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668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92B93499-BE1E-7111-3325-93EFA0232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4AF02B2-0A83-ECDC-1E71-7E505068C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5F5809A-502A-2904-7FD0-449A00FD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961C365-B177-F6B7-550B-4548DD70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8264AC1-8AB8-6476-728E-17300A9A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5621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A11136CF-3D7D-598F-F7AA-6B16E564C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923AC95-3FF7-1EEB-2A3D-2B313AC85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C612B24-F569-E7FA-1B6E-70AB65F78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C499D-3BA0-274A-A56D-95B37C19E0AB}" type="datetimeFigureOut">
              <a:rPr lang="tr-TR" smtClean="0"/>
              <a:t>27.08.2026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59CC78A-D47F-B3F6-97A1-425D3325D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1C78728-5F25-E3A5-F454-213CE4309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CF26A-A4FA-7741-B174-72812CEE61D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315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D43AF63C-3BB4-3BC4-6729-543735F7E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499547" cy="703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7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C094-AFF0-0710-F9B2-1B2A809B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A8BD900-8465-02D8-FFC6-285F7F30F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EEC6ED-81D6-442D-A1FE-3F87A8981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45" y="507738"/>
            <a:ext cx="1410594" cy="18807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D5F3D6-BAC2-4917-A6A9-C41EFA03E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452" y="496572"/>
            <a:ext cx="1580993" cy="1880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671B4B-A50F-41EB-ADBC-4FE6000E1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68" y="3739757"/>
            <a:ext cx="1304621" cy="17394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D240CA-E0BF-4518-B042-E54E372FCF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296" y="3552292"/>
            <a:ext cx="1552110" cy="18807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9C7689-A4FC-4C20-9DB7-580A4956E2DE}"/>
              </a:ext>
            </a:extLst>
          </p:cNvPr>
          <p:cNvSpPr txBox="1"/>
          <p:nvPr/>
        </p:nvSpPr>
        <p:spPr>
          <a:xfrm>
            <a:off x="715545" y="2441722"/>
            <a:ext cx="1480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/>
              <a:t>Hilal BAŞİBÜYÜK</a:t>
            </a:r>
            <a:endParaRPr 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9B5758-329D-4A6F-981A-C6CEB26CEEF8}"/>
              </a:ext>
            </a:extLst>
          </p:cNvPr>
          <p:cNvSpPr txBox="1"/>
          <p:nvPr/>
        </p:nvSpPr>
        <p:spPr>
          <a:xfrm>
            <a:off x="676632" y="5479251"/>
            <a:ext cx="14105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500" dirty="0"/>
              <a:t>Metehan ÇELİK</a:t>
            </a:r>
            <a:endParaRPr lang="en-US" sz="15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4E6944-43C8-40EE-9A76-7BA204F83F3C}"/>
              </a:ext>
            </a:extLst>
          </p:cNvPr>
          <p:cNvSpPr/>
          <p:nvPr/>
        </p:nvSpPr>
        <p:spPr>
          <a:xfrm>
            <a:off x="6973493" y="2430555"/>
            <a:ext cx="116129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500" dirty="0"/>
              <a:t>Sena CAN</a:t>
            </a:r>
            <a:endParaRPr lang="en-US" sz="15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1C75D9-8F49-4651-A987-606DA195ED01}"/>
              </a:ext>
            </a:extLst>
          </p:cNvPr>
          <p:cNvSpPr/>
          <p:nvPr/>
        </p:nvSpPr>
        <p:spPr>
          <a:xfrm>
            <a:off x="6651784" y="5433084"/>
            <a:ext cx="172926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500" dirty="0"/>
              <a:t>Begüm Su ERAYDIN</a:t>
            </a:r>
            <a:endParaRPr lang="en-US" sz="15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C64F20-AD25-4CE9-A8C4-0CD57ACF77A4}"/>
              </a:ext>
            </a:extLst>
          </p:cNvPr>
          <p:cNvSpPr txBox="1"/>
          <p:nvPr/>
        </p:nvSpPr>
        <p:spPr>
          <a:xfrm>
            <a:off x="2326397" y="514618"/>
            <a:ext cx="39469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Görevi: </a:t>
            </a:r>
          </a:p>
          <a:p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vLLM</a:t>
            </a:r>
            <a:r>
              <a:rPr lang="tr-TR" dirty="0"/>
              <a:t> ile model</a:t>
            </a:r>
            <a:r>
              <a:rPr lang="en-US" dirty="0"/>
              <a:t> </a:t>
            </a:r>
            <a:r>
              <a:rPr lang="en-US" dirty="0" err="1"/>
              <a:t>Entegrasyon</a:t>
            </a:r>
            <a:r>
              <a:rPr lang="tr-TR" dirty="0"/>
              <a:t>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LangGraph</a:t>
            </a:r>
            <a:r>
              <a:rPr lang="en-US" dirty="0"/>
              <a:t> state </a:t>
            </a:r>
            <a:r>
              <a:rPr lang="en-US" dirty="0" err="1"/>
              <a:t>yönetimi</a:t>
            </a:r>
            <a:r>
              <a:rPr lang="en-US" dirty="0"/>
              <a:t> 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Stabilitesi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C0A2F7-AF81-469E-BCC5-6325FDB6320A}"/>
              </a:ext>
            </a:extLst>
          </p:cNvPr>
          <p:cNvSpPr txBox="1"/>
          <p:nvPr/>
        </p:nvSpPr>
        <p:spPr>
          <a:xfrm>
            <a:off x="2489270" y="3963173"/>
            <a:ext cx="31762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Görevi: </a:t>
            </a:r>
          </a:p>
          <a:p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Bellek</a:t>
            </a:r>
            <a:r>
              <a:rPr lang="en-US" dirty="0"/>
              <a:t> </a:t>
            </a:r>
            <a:r>
              <a:rPr lang="en-US" dirty="0" err="1"/>
              <a:t>Yönetimi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Prompt </a:t>
            </a:r>
            <a:r>
              <a:rPr lang="en-US" dirty="0" err="1"/>
              <a:t>Mühendisliği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FastAPI</a:t>
            </a:r>
            <a:r>
              <a:rPr lang="en-US" dirty="0"/>
              <a:t> endpoint </a:t>
            </a:r>
            <a:r>
              <a:rPr lang="en-US" dirty="0" err="1"/>
              <a:t>tasarımı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DFEAFD-81A9-469E-891B-1A288AE4965A}"/>
              </a:ext>
            </a:extLst>
          </p:cNvPr>
          <p:cNvSpPr txBox="1"/>
          <p:nvPr/>
        </p:nvSpPr>
        <p:spPr>
          <a:xfrm>
            <a:off x="8570536" y="642594"/>
            <a:ext cx="32412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Görevi: </a:t>
            </a:r>
          </a:p>
          <a:p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Mock </a:t>
            </a:r>
            <a:r>
              <a:rPr lang="en-US" dirty="0" err="1"/>
              <a:t>Fonksiyon</a:t>
            </a:r>
            <a:r>
              <a:rPr lang="en-US" dirty="0"/>
              <a:t> </a:t>
            </a:r>
            <a:r>
              <a:rPr lang="en-US" dirty="0" err="1"/>
              <a:t>Araçları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LangGraph</a:t>
            </a:r>
            <a:r>
              <a:rPr lang="en-US" dirty="0"/>
              <a:t> pipeline </a:t>
            </a:r>
            <a:r>
              <a:rPr lang="en-US" dirty="0" err="1"/>
              <a:t>tasarımı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KPI</a:t>
            </a:r>
            <a:r>
              <a:rPr lang="tr-TR" dirty="0"/>
              <a:t> Testleri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4B94E1-4F93-46C4-BF0D-FB09D19861A6}"/>
              </a:ext>
            </a:extLst>
          </p:cNvPr>
          <p:cNvSpPr txBox="1"/>
          <p:nvPr/>
        </p:nvSpPr>
        <p:spPr>
          <a:xfrm>
            <a:off x="8570537" y="3795621"/>
            <a:ext cx="32412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Görevi: </a:t>
            </a:r>
          </a:p>
          <a:p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</a:t>
            </a:r>
            <a:r>
              <a:rPr lang="en-US" dirty="0" err="1"/>
              <a:t>Arayüzü</a:t>
            </a:r>
            <a:r>
              <a:rPr lang="en-US" dirty="0"/>
              <a:t> </a:t>
            </a:r>
            <a:r>
              <a:rPr lang="en-US" dirty="0" err="1"/>
              <a:t>Geliştirm</a:t>
            </a:r>
            <a:r>
              <a:rPr lang="tr-TR" dirty="0"/>
              <a:t>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Model – Web Entegrasyonu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Veri Seti Hazırlama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69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C094-AFF0-0710-F9B2-1B2A809B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A8BD900-8465-02D8-FFC6-285F7F30F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DE38D0-28B7-439A-8295-3DF333034901}"/>
              </a:ext>
            </a:extLst>
          </p:cNvPr>
          <p:cNvSpPr txBox="1"/>
          <p:nvPr/>
        </p:nvSpPr>
        <p:spPr>
          <a:xfrm>
            <a:off x="3447326" y="461913"/>
            <a:ext cx="5297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Senaryo 3: V</a:t>
            </a:r>
            <a:r>
              <a:rPr lang="nn-NO" sz="2000" b="1" dirty="0"/>
              <a:t>ideo </a:t>
            </a:r>
            <a:r>
              <a:rPr lang="tr-TR" sz="2000" b="1" dirty="0"/>
              <a:t>A</a:t>
            </a:r>
            <a:r>
              <a:rPr lang="nn-NO" sz="2000" b="1" dirty="0"/>
              <a:t>naliz ve </a:t>
            </a:r>
            <a:r>
              <a:rPr lang="tr-TR" sz="2000" b="1" dirty="0"/>
              <a:t>K</a:t>
            </a:r>
            <a:r>
              <a:rPr lang="nn-NO" sz="2000" b="1" dirty="0"/>
              <a:t>arar </a:t>
            </a:r>
            <a:r>
              <a:rPr lang="tr-TR" sz="2000" b="1" dirty="0"/>
              <a:t>D</a:t>
            </a:r>
            <a:r>
              <a:rPr lang="nn-NO" sz="2000" b="1" dirty="0"/>
              <a:t>estek </a:t>
            </a:r>
            <a:r>
              <a:rPr lang="tr-TR" sz="2000" b="1" dirty="0"/>
              <a:t>S</a:t>
            </a:r>
            <a:r>
              <a:rPr lang="nn-NO" sz="2000" b="1" dirty="0"/>
              <a:t>istemi </a:t>
            </a:r>
            <a:endParaRPr lang="en-US" sz="20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ADD90E-EA09-4CC8-A7BD-45944C5169BB}"/>
              </a:ext>
            </a:extLst>
          </p:cNvPr>
          <p:cNvSpPr/>
          <p:nvPr/>
        </p:nvSpPr>
        <p:spPr>
          <a:xfrm>
            <a:off x="643746" y="1737537"/>
            <a:ext cx="2690459" cy="827202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745467-9BB9-4C61-8E62-FA7A6A617392}"/>
              </a:ext>
            </a:extLst>
          </p:cNvPr>
          <p:cNvSpPr/>
          <p:nvPr/>
        </p:nvSpPr>
        <p:spPr>
          <a:xfrm>
            <a:off x="695426" y="1966472"/>
            <a:ext cx="26387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Qwen3-VL-32B-Instruct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694DB3-695F-4E18-AF08-988FB10D2EF3}"/>
              </a:ext>
            </a:extLst>
          </p:cNvPr>
          <p:cNvSpPr/>
          <p:nvPr/>
        </p:nvSpPr>
        <p:spPr>
          <a:xfrm>
            <a:off x="8857797" y="1719251"/>
            <a:ext cx="2690460" cy="827202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9127FB-1BBE-4702-947D-F22F85A8B48B}"/>
              </a:ext>
            </a:extLst>
          </p:cNvPr>
          <p:cNvSpPr/>
          <p:nvPr/>
        </p:nvSpPr>
        <p:spPr>
          <a:xfrm>
            <a:off x="9012599" y="1939043"/>
            <a:ext cx="23808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Qwen3.5-122B-A10B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5DFE26-4761-4C5F-9186-9EADD1D81E83}"/>
              </a:ext>
            </a:extLst>
          </p:cNvPr>
          <p:cNvSpPr/>
          <p:nvPr/>
        </p:nvSpPr>
        <p:spPr>
          <a:xfrm>
            <a:off x="1148712" y="1349919"/>
            <a:ext cx="173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Vision </a:t>
            </a:r>
            <a:r>
              <a:rPr lang="en-US" altLang="en-US" b="1" dirty="0" err="1">
                <a:latin typeface="Arial" panose="020B0604020202020204" pitchFamily="34" charset="0"/>
              </a:rPr>
              <a:t>Modeli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tr-TR" altLang="en-US" dirty="0"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FC01FA-12A5-4954-9A19-E41BD4487EA8}"/>
              </a:ext>
            </a:extLst>
          </p:cNvPr>
          <p:cNvSpPr/>
          <p:nvPr/>
        </p:nvSpPr>
        <p:spPr>
          <a:xfrm>
            <a:off x="9336924" y="1305650"/>
            <a:ext cx="1633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en-US" b="1" dirty="0">
                <a:latin typeface="Arial" panose="020B0604020202020204" pitchFamily="34" charset="0"/>
              </a:rPr>
              <a:t>Brain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Modeli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lang="tr-TR" altLang="en-US" dirty="0"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086222-0C47-4CBC-82DF-CB08379088DF}"/>
              </a:ext>
            </a:extLst>
          </p:cNvPr>
          <p:cNvSpPr/>
          <p:nvPr/>
        </p:nvSpPr>
        <p:spPr>
          <a:xfrm>
            <a:off x="4908853" y="1349919"/>
            <a:ext cx="2377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en-US" b="1" dirty="0">
                <a:latin typeface="Arial" panose="020B0604020202020204" pitchFamily="34" charset="0"/>
              </a:rPr>
              <a:t>Ajan Orkestrasyonu</a:t>
            </a:r>
            <a:endParaRPr lang="tr-TR" altLang="en-US" dirty="0">
              <a:latin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CBA489-0A62-4108-A65A-64CC6EBFC332}"/>
              </a:ext>
            </a:extLst>
          </p:cNvPr>
          <p:cNvSpPr/>
          <p:nvPr/>
        </p:nvSpPr>
        <p:spPr>
          <a:xfrm>
            <a:off x="4750770" y="1737537"/>
            <a:ext cx="2690460" cy="827202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72205A-5E13-42D7-983C-241124099575}"/>
              </a:ext>
            </a:extLst>
          </p:cNvPr>
          <p:cNvSpPr/>
          <p:nvPr/>
        </p:nvSpPr>
        <p:spPr>
          <a:xfrm>
            <a:off x="4905572" y="1957329"/>
            <a:ext cx="23808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en-US" dirty="0">
                <a:solidFill>
                  <a:schemeClr val="bg1"/>
                </a:solidFill>
                <a:latin typeface="Arial" panose="020B0604020202020204" pitchFamily="34" charset="0"/>
              </a:rPr>
              <a:t>LangGraph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527D2D-FB02-40BE-AF5D-D977898391C6}"/>
              </a:ext>
            </a:extLst>
          </p:cNvPr>
          <p:cNvSpPr/>
          <p:nvPr/>
        </p:nvSpPr>
        <p:spPr>
          <a:xfrm>
            <a:off x="922015" y="3240896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en-US" b="1" dirty="0">
                <a:latin typeface="Arial" panose="020B0604020202020204" pitchFamily="34" charset="0"/>
              </a:rPr>
              <a:t>Model Servisleme</a:t>
            </a:r>
            <a:endParaRPr lang="tr-TR" altLang="en-US" dirty="0">
              <a:latin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0D54BEE-087B-43DB-9D74-249CD914387D}"/>
              </a:ext>
            </a:extLst>
          </p:cNvPr>
          <p:cNvSpPr/>
          <p:nvPr/>
        </p:nvSpPr>
        <p:spPr>
          <a:xfrm>
            <a:off x="643745" y="3591260"/>
            <a:ext cx="2690459" cy="827202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7A954B-11ED-46C7-9FD2-102A13F6F404}"/>
              </a:ext>
            </a:extLst>
          </p:cNvPr>
          <p:cNvSpPr/>
          <p:nvPr/>
        </p:nvSpPr>
        <p:spPr>
          <a:xfrm>
            <a:off x="696738" y="3820195"/>
            <a:ext cx="26387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en-US" dirty="0">
                <a:solidFill>
                  <a:schemeClr val="bg1"/>
                </a:solidFill>
                <a:latin typeface="Arial" panose="020B0604020202020204" pitchFamily="34" charset="0"/>
              </a:rPr>
              <a:t>vLLM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6093F-9CC6-4190-A547-5F2D324DDA0F}"/>
              </a:ext>
            </a:extLst>
          </p:cNvPr>
          <p:cNvSpPr/>
          <p:nvPr/>
        </p:nvSpPr>
        <p:spPr>
          <a:xfrm>
            <a:off x="9423086" y="3100134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en-US" b="1" dirty="0">
                <a:latin typeface="Arial" panose="020B0604020202020204" pitchFamily="34" charset="0"/>
              </a:rPr>
              <a:t>API Katmanı</a:t>
            </a:r>
            <a:endParaRPr lang="tr-TR" altLang="en-US" dirty="0"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A569ADB-1C5C-436E-8BB9-80895A5151CE}"/>
              </a:ext>
            </a:extLst>
          </p:cNvPr>
          <p:cNvSpPr/>
          <p:nvPr/>
        </p:nvSpPr>
        <p:spPr>
          <a:xfrm>
            <a:off x="8849861" y="3591260"/>
            <a:ext cx="2690460" cy="827202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3C905F-A7D7-4429-8B28-54C90D71DD68}"/>
              </a:ext>
            </a:extLst>
          </p:cNvPr>
          <p:cNvSpPr/>
          <p:nvPr/>
        </p:nvSpPr>
        <p:spPr>
          <a:xfrm>
            <a:off x="9004665" y="3820195"/>
            <a:ext cx="23808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en-US" dirty="0">
                <a:solidFill>
                  <a:schemeClr val="bg1"/>
                </a:solidFill>
                <a:latin typeface="Arial" panose="020B0604020202020204" pitchFamily="34" charset="0"/>
              </a:rPr>
              <a:t>FastAPI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34CBAA-8B0B-4349-9786-E77BFF72AE69}"/>
              </a:ext>
            </a:extLst>
          </p:cNvPr>
          <p:cNvSpPr/>
          <p:nvPr/>
        </p:nvSpPr>
        <p:spPr>
          <a:xfrm>
            <a:off x="5142573" y="3221928"/>
            <a:ext cx="1898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en-US" b="1" dirty="0">
                <a:latin typeface="Arial" panose="020B0604020202020204" pitchFamily="34" charset="0"/>
              </a:rPr>
              <a:t>Hafıza Yönetimi</a:t>
            </a:r>
            <a:endParaRPr lang="tr-TR" altLang="en-US" dirty="0"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753CE4-17F8-48FC-A66C-D69E5344C0D5}"/>
              </a:ext>
            </a:extLst>
          </p:cNvPr>
          <p:cNvSpPr/>
          <p:nvPr/>
        </p:nvSpPr>
        <p:spPr>
          <a:xfrm>
            <a:off x="4751766" y="3610228"/>
            <a:ext cx="2690460" cy="827202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7734DA-D941-4D08-BCF5-E60AAFAF75F5}"/>
              </a:ext>
            </a:extLst>
          </p:cNvPr>
          <p:cNvSpPr/>
          <p:nvPr/>
        </p:nvSpPr>
        <p:spPr>
          <a:xfrm>
            <a:off x="4908853" y="3742520"/>
            <a:ext cx="23808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en-US" dirty="0">
                <a:solidFill>
                  <a:schemeClr val="bg1"/>
                </a:solidFill>
                <a:latin typeface="Arial" panose="020B0604020202020204" pitchFamily="34" charset="0"/>
              </a:rPr>
              <a:t>JSON Tabanlı Hafıza Yönetimi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49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C094-AFF0-0710-F9B2-1B2A809B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A8BD900-8465-02D8-FFC6-285F7F30F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E389986-6302-4C04-874E-05A1954184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2290785"/>
              </p:ext>
            </p:extLst>
          </p:nvPr>
        </p:nvGraphicFramePr>
        <p:xfrm>
          <a:off x="-165388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BD02E43-81CC-4ECD-ADED-27522A2974B8}"/>
              </a:ext>
            </a:extLst>
          </p:cNvPr>
          <p:cNvSpPr txBox="1"/>
          <p:nvPr/>
        </p:nvSpPr>
        <p:spPr>
          <a:xfrm>
            <a:off x="1365745" y="350334"/>
            <a:ext cx="298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ReAct</a:t>
            </a:r>
            <a:r>
              <a:rPr lang="en-US" b="1" dirty="0"/>
              <a:t> (Reasoning and Acting)</a:t>
            </a:r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EB4B4F3-5A36-4D57-A009-31CD788E2E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6667232"/>
              </p:ext>
            </p:extLst>
          </p:nvPr>
        </p:nvGraphicFramePr>
        <p:xfrm>
          <a:off x="571788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7D7E4A8-3A3A-4E05-A0A2-BE3A93D4D6CD}"/>
              </a:ext>
            </a:extLst>
          </p:cNvPr>
          <p:cNvSpPr txBox="1"/>
          <p:nvPr/>
        </p:nvSpPr>
        <p:spPr>
          <a:xfrm>
            <a:off x="9038580" y="350334"/>
            <a:ext cx="2062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Temporal Context</a:t>
            </a:r>
          </a:p>
        </p:txBody>
      </p:sp>
      <p:pic>
        <p:nvPicPr>
          <p:cNvPr id="11" name="Graphic 10" descr="Programmer">
            <a:extLst>
              <a:ext uri="{FF2B5EF4-FFF2-40B4-BE49-F238E27FC236}">
                <a16:creationId xmlns:a16="http://schemas.microsoft.com/office/drawing/2014/main" id="{B0429D44-2075-47E0-BF9F-A7CBBDDCEB6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86464" y="2519463"/>
            <a:ext cx="1819072" cy="18190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16351E-7CD8-48CF-B68F-F37455F9EE53}"/>
              </a:ext>
            </a:extLst>
          </p:cNvPr>
          <p:cNvSpPr txBox="1"/>
          <p:nvPr/>
        </p:nvSpPr>
        <p:spPr>
          <a:xfrm>
            <a:off x="4572089" y="2150131"/>
            <a:ext cx="3047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Clean Code / SOLID Prensipleri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5E165F-8343-4CE1-B9B6-C4B621D3ECAD}"/>
              </a:ext>
            </a:extLst>
          </p:cNvPr>
          <p:cNvSpPr txBox="1"/>
          <p:nvPr/>
        </p:nvSpPr>
        <p:spPr>
          <a:xfrm>
            <a:off x="5186464" y="1249206"/>
            <a:ext cx="1816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>
                <a:latin typeface="Arial" panose="020B0604020202020204" pitchFamily="34" charset="0"/>
                <a:cs typeface="Arial" panose="020B0604020202020204" pitchFamily="34" charset="0"/>
              </a:rPr>
              <a:t>HER ADIMDA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C6D440-800D-41E7-B3BE-84D4B59CB8E8}"/>
              </a:ext>
            </a:extLst>
          </p:cNvPr>
          <p:cNvSpPr txBox="1"/>
          <p:nvPr/>
        </p:nvSpPr>
        <p:spPr>
          <a:xfrm>
            <a:off x="4601593" y="4869102"/>
            <a:ext cx="298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🔗</a:t>
            </a:r>
            <a:r>
              <a:rPr lang="en-US" dirty="0" err="1"/>
              <a:t>Uçtan</a:t>
            </a:r>
            <a:r>
              <a:rPr lang="en-US" dirty="0"/>
              <a:t> </a:t>
            </a:r>
            <a:r>
              <a:rPr lang="en-US" dirty="0" err="1"/>
              <a:t>Uca</a:t>
            </a:r>
            <a:r>
              <a:rPr lang="en-US" dirty="0"/>
              <a:t> </a:t>
            </a:r>
            <a:r>
              <a:rPr lang="en-US" dirty="0" err="1"/>
              <a:t>Entegre</a:t>
            </a:r>
            <a:r>
              <a:rPr lang="en-US" dirty="0"/>
              <a:t> </a:t>
            </a:r>
            <a:r>
              <a:rPr lang="en-US" dirty="0" err="1"/>
              <a:t>Sistem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66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C094-AFF0-0710-F9B2-1B2A809B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A8BD900-8465-02D8-FFC6-285F7F30F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5B9562-3FB3-4BBC-BE54-64D32961D104}"/>
              </a:ext>
            </a:extLst>
          </p:cNvPr>
          <p:cNvSpPr txBox="1"/>
          <p:nvPr/>
        </p:nvSpPr>
        <p:spPr>
          <a:xfrm>
            <a:off x="714451" y="575402"/>
            <a:ext cx="3711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Karşılaşılan zorluklar ve çözümler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12CDAA-B4F7-4872-A829-B2B524001D38}"/>
              </a:ext>
            </a:extLst>
          </p:cNvPr>
          <p:cNvSpPr txBox="1"/>
          <p:nvPr/>
        </p:nvSpPr>
        <p:spPr>
          <a:xfrm>
            <a:off x="832285" y="1342792"/>
            <a:ext cx="681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Hatalı</a:t>
            </a:r>
            <a:r>
              <a:rPr lang="en-US" dirty="0"/>
              <a:t> Tool </a:t>
            </a:r>
            <a:r>
              <a:rPr lang="en-US" dirty="0" err="1"/>
              <a:t>Seçimi</a:t>
            </a:r>
            <a:r>
              <a:rPr lang="tr-TR" dirty="0"/>
              <a:t> ve Düşük Risk Skoru Problemi</a:t>
            </a:r>
            <a:endParaRPr lang="en-US" dirty="0"/>
          </a:p>
        </p:txBody>
      </p:sp>
      <p:pic>
        <p:nvPicPr>
          <p:cNvPr id="6" name="Graphic 5" descr="Arrow Slight curve">
            <a:extLst>
              <a:ext uri="{FF2B5EF4-FFF2-40B4-BE49-F238E27FC236}">
                <a16:creationId xmlns:a16="http://schemas.microsoft.com/office/drawing/2014/main" id="{64EC4D8F-B19C-4435-AC8A-F204FF311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394" y="1817570"/>
            <a:ext cx="440335" cy="440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9B28B3-7D3D-4318-B36B-AD69C8F85875}"/>
              </a:ext>
            </a:extLst>
          </p:cNvPr>
          <p:cNvSpPr txBox="1"/>
          <p:nvPr/>
        </p:nvSpPr>
        <p:spPr>
          <a:xfrm>
            <a:off x="1547567" y="1841799"/>
            <a:ext cx="3098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İleri</a:t>
            </a:r>
            <a:r>
              <a:rPr lang="en-US" dirty="0"/>
              <a:t> </a:t>
            </a:r>
            <a:r>
              <a:rPr lang="tr-TR" dirty="0"/>
              <a:t>s</a:t>
            </a:r>
            <a:r>
              <a:rPr lang="en-US" dirty="0" err="1"/>
              <a:t>eviye</a:t>
            </a:r>
            <a:r>
              <a:rPr lang="en-US" dirty="0"/>
              <a:t> </a:t>
            </a:r>
            <a:r>
              <a:rPr lang="tr-TR" dirty="0"/>
              <a:t>p</a:t>
            </a:r>
            <a:r>
              <a:rPr lang="en-US" dirty="0" err="1"/>
              <a:t>rompt</a:t>
            </a:r>
            <a:r>
              <a:rPr lang="en-US" dirty="0"/>
              <a:t> </a:t>
            </a:r>
            <a:r>
              <a:rPr lang="tr-TR" dirty="0"/>
              <a:t>e</a:t>
            </a:r>
            <a:r>
              <a:rPr lang="en-US" dirty="0" err="1"/>
              <a:t>ngineering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E50DA-5232-4769-B2B6-9CE3C278E480}"/>
              </a:ext>
            </a:extLst>
          </p:cNvPr>
          <p:cNvSpPr txBox="1"/>
          <p:nvPr/>
        </p:nvSpPr>
        <p:spPr>
          <a:xfrm>
            <a:off x="832284" y="2446685"/>
            <a:ext cx="681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Model Stabilitesi Problemi</a:t>
            </a:r>
            <a:endParaRPr lang="en-US" dirty="0"/>
          </a:p>
        </p:txBody>
      </p:sp>
      <p:pic>
        <p:nvPicPr>
          <p:cNvPr id="9" name="Graphic 8" descr="Arrow Slight curve">
            <a:extLst>
              <a:ext uri="{FF2B5EF4-FFF2-40B4-BE49-F238E27FC236}">
                <a16:creationId xmlns:a16="http://schemas.microsoft.com/office/drawing/2014/main" id="{7D00F994-52D9-4F7D-8845-EAF067C67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9676" y="2903223"/>
            <a:ext cx="440335" cy="4403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E0A4A4-9BE9-4A2A-ACB4-59AD37032FAA}"/>
              </a:ext>
            </a:extLst>
          </p:cNvPr>
          <p:cNvSpPr txBox="1"/>
          <p:nvPr/>
        </p:nvSpPr>
        <p:spPr>
          <a:xfrm>
            <a:off x="1547567" y="2938724"/>
            <a:ext cx="3696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Model parametre ayarlarını düzeltme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D6963-245B-44D7-8FE7-AE688F4B3898}"/>
              </a:ext>
            </a:extLst>
          </p:cNvPr>
          <p:cNvSpPr txBox="1"/>
          <p:nvPr/>
        </p:nvSpPr>
        <p:spPr>
          <a:xfrm>
            <a:off x="832284" y="3448096"/>
            <a:ext cx="681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Video Özeti Problemi</a:t>
            </a:r>
            <a:endParaRPr lang="en-US" dirty="0"/>
          </a:p>
        </p:txBody>
      </p:sp>
      <p:pic>
        <p:nvPicPr>
          <p:cNvPr id="12" name="Graphic 11" descr="Arrow Slight curve">
            <a:extLst>
              <a:ext uri="{FF2B5EF4-FFF2-40B4-BE49-F238E27FC236}">
                <a16:creationId xmlns:a16="http://schemas.microsoft.com/office/drawing/2014/main" id="{1548A396-2033-44E5-B3B4-1BBD3728B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9676" y="3904634"/>
            <a:ext cx="440335" cy="4403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0041F0-209C-478C-9C65-8ED1B9BFF56F}"/>
              </a:ext>
            </a:extLst>
          </p:cNvPr>
          <p:cNvSpPr txBox="1"/>
          <p:nvPr/>
        </p:nvSpPr>
        <p:spPr>
          <a:xfrm>
            <a:off x="1547567" y="3940135"/>
            <a:ext cx="339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Video ve model davranışları analizi</a:t>
            </a:r>
            <a:endParaRPr lang="en-US" dirty="0"/>
          </a:p>
        </p:txBody>
      </p:sp>
      <p:pic>
        <p:nvPicPr>
          <p:cNvPr id="15" name="Graphic 14" descr="Checkmark">
            <a:extLst>
              <a:ext uri="{FF2B5EF4-FFF2-40B4-BE49-F238E27FC236}">
                <a16:creationId xmlns:a16="http://schemas.microsoft.com/office/drawing/2014/main" id="{C753A734-F9B0-4F2A-AB49-4136B1E1D9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7863" y="1342792"/>
            <a:ext cx="372775" cy="3727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97A57E0-66EB-4278-9546-F827BC70D24A}"/>
              </a:ext>
            </a:extLst>
          </p:cNvPr>
          <p:cNvSpPr txBox="1"/>
          <p:nvPr/>
        </p:nvSpPr>
        <p:spPr>
          <a:xfrm>
            <a:off x="7647863" y="575402"/>
            <a:ext cx="2621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/>
              <a:t>Güncel Sistem Durumu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AFECCE-8757-4D86-9D0B-03031A1FACF8}"/>
              </a:ext>
            </a:extLst>
          </p:cNvPr>
          <p:cNvSpPr txBox="1"/>
          <p:nvPr/>
        </p:nvSpPr>
        <p:spPr>
          <a:xfrm>
            <a:off x="8119203" y="1342792"/>
            <a:ext cx="1933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i="1" dirty="0"/>
              <a:t>Tamamen</a:t>
            </a:r>
            <a:r>
              <a:rPr lang="tr-TR" dirty="0"/>
              <a:t> dinamik</a:t>
            </a:r>
            <a:endParaRPr lang="en-US" dirty="0"/>
          </a:p>
        </p:txBody>
      </p:sp>
      <p:pic>
        <p:nvPicPr>
          <p:cNvPr id="19" name="Graphic 18" descr="Checkmark">
            <a:extLst>
              <a:ext uri="{FF2B5EF4-FFF2-40B4-BE49-F238E27FC236}">
                <a16:creationId xmlns:a16="http://schemas.microsoft.com/office/drawing/2014/main" id="{3C0DF017-B1B5-4F97-9710-AD25655E6E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7863" y="1891295"/>
            <a:ext cx="372775" cy="3727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FFD08AB-E915-4AC4-9A13-966481F9299C}"/>
              </a:ext>
            </a:extLst>
          </p:cNvPr>
          <p:cNvSpPr txBox="1"/>
          <p:nvPr/>
        </p:nvSpPr>
        <p:spPr>
          <a:xfrm>
            <a:off x="8119203" y="1891295"/>
            <a:ext cx="252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i="1" dirty="0"/>
              <a:t>Anlamlı</a:t>
            </a:r>
            <a:r>
              <a:rPr lang="tr-TR" dirty="0"/>
              <a:t> aksiyon önerileri</a:t>
            </a:r>
            <a:endParaRPr lang="en-US" dirty="0"/>
          </a:p>
        </p:txBody>
      </p:sp>
      <p:pic>
        <p:nvPicPr>
          <p:cNvPr id="21" name="Graphic 20" descr="Checkmark">
            <a:extLst>
              <a:ext uri="{FF2B5EF4-FFF2-40B4-BE49-F238E27FC236}">
                <a16:creationId xmlns:a16="http://schemas.microsoft.com/office/drawing/2014/main" id="{2754A89F-3810-4E54-8F04-AC1D3D963A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7863" y="2439798"/>
            <a:ext cx="372775" cy="3727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A0C3D57-80E4-421B-AD61-524BCF27C074}"/>
              </a:ext>
            </a:extLst>
          </p:cNvPr>
          <p:cNvSpPr txBox="1"/>
          <p:nvPr/>
        </p:nvSpPr>
        <p:spPr>
          <a:xfrm>
            <a:off x="8119203" y="2439798"/>
            <a:ext cx="2569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i="1" dirty="0"/>
              <a:t>Çok adımlı</a:t>
            </a:r>
            <a:r>
              <a:rPr lang="tr-TR" dirty="0"/>
              <a:t> karar zincirleri</a:t>
            </a:r>
            <a:endParaRPr lang="en-US" dirty="0"/>
          </a:p>
        </p:txBody>
      </p:sp>
      <p:pic>
        <p:nvPicPr>
          <p:cNvPr id="23" name="Graphic 22" descr="Checkmark">
            <a:extLst>
              <a:ext uri="{FF2B5EF4-FFF2-40B4-BE49-F238E27FC236}">
                <a16:creationId xmlns:a16="http://schemas.microsoft.com/office/drawing/2014/main" id="{8D437941-4186-4076-85F7-22C4D8AA70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7863" y="2995188"/>
            <a:ext cx="372775" cy="3727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3F7B797-B50B-4FB6-B0DD-FCF43782849D}"/>
              </a:ext>
            </a:extLst>
          </p:cNvPr>
          <p:cNvSpPr txBox="1"/>
          <p:nvPr/>
        </p:nvSpPr>
        <p:spPr>
          <a:xfrm>
            <a:off x="8119203" y="2995188"/>
            <a:ext cx="2428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i="1" dirty="0"/>
              <a:t>Yüksek </a:t>
            </a:r>
            <a:r>
              <a:rPr lang="tr-TR" dirty="0"/>
              <a:t>KPI testi oranları</a:t>
            </a:r>
            <a:endParaRPr lang="en-US" dirty="0"/>
          </a:p>
        </p:txBody>
      </p:sp>
      <p:pic>
        <p:nvPicPr>
          <p:cNvPr id="25" name="Graphic 24" descr="Checkmark">
            <a:extLst>
              <a:ext uri="{FF2B5EF4-FFF2-40B4-BE49-F238E27FC236}">
                <a16:creationId xmlns:a16="http://schemas.microsoft.com/office/drawing/2014/main" id="{57E50D2C-0975-4C07-B8FF-D5D293E1EE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7863" y="3558736"/>
            <a:ext cx="372775" cy="3727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100194E-B18E-4DF1-9F9F-AA855FB1D1E0}"/>
              </a:ext>
            </a:extLst>
          </p:cNvPr>
          <p:cNvSpPr txBox="1"/>
          <p:nvPr/>
        </p:nvSpPr>
        <p:spPr>
          <a:xfrm>
            <a:off x="8119203" y="3558736"/>
            <a:ext cx="2929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Hızlı</a:t>
            </a:r>
            <a:r>
              <a:rPr lang="en-US" dirty="0"/>
              <a:t> </a:t>
            </a:r>
            <a:r>
              <a:rPr lang="en-US" b="1" i="1" dirty="0" err="1"/>
              <a:t>Ürünleştirme</a:t>
            </a:r>
            <a:r>
              <a:rPr lang="en-US" dirty="0"/>
              <a:t> </a:t>
            </a:r>
            <a:r>
              <a:rPr lang="en-US" dirty="0" err="1"/>
              <a:t>Potansiyeli</a:t>
            </a:r>
            <a:endParaRPr lang="en-US" dirty="0"/>
          </a:p>
        </p:txBody>
      </p:sp>
      <p:pic>
        <p:nvPicPr>
          <p:cNvPr id="30" name="Graphic 29" descr="Checkmark">
            <a:extLst>
              <a:ext uri="{FF2B5EF4-FFF2-40B4-BE49-F238E27FC236}">
                <a16:creationId xmlns:a16="http://schemas.microsoft.com/office/drawing/2014/main" id="{0D629AFD-E5C5-41F3-AF42-9E667E1DA4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7863" y="4108202"/>
            <a:ext cx="372775" cy="37277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F42F11C-609C-4EE6-B727-166670ECE1CF}"/>
              </a:ext>
            </a:extLst>
          </p:cNvPr>
          <p:cNvSpPr txBox="1"/>
          <p:nvPr/>
        </p:nvSpPr>
        <p:spPr>
          <a:xfrm>
            <a:off x="8119203" y="4108202"/>
            <a:ext cx="208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i="1" dirty="0"/>
              <a:t>Özgün </a:t>
            </a:r>
            <a:r>
              <a:rPr lang="tr-TR" dirty="0"/>
              <a:t>Web Arayüzü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311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172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Teması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Yusuf Özgür Yılmaz | Bilişim Vadisi</dc:creator>
  <cp:lastModifiedBy>HILAL BASIBUYUK</cp:lastModifiedBy>
  <cp:revision>41</cp:revision>
  <dcterms:created xsi:type="dcterms:W3CDTF">2026-08-27T12:56:42Z</dcterms:created>
  <dcterms:modified xsi:type="dcterms:W3CDTF">2026-08-28T02:32:48Z</dcterms:modified>
</cp:coreProperties>
</file>